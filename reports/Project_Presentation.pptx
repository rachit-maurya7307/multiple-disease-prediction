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Multiple Disease Prediction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B.Tech Minor Project</a:t>
            </a:r>
          </a:p>
          <a:p>
            <a:pPr>
              <a:defRPr sz="2200"/>
            </a:pPr>
            <a:r>
              <a:t>Machine Learning + Streamlit</a:t>
            </a:r>
          </a:p>
          <a:p>
            <a:pPr>
              <a:defRPr sz="2200"/>
            </a:pPr>
            <a:r>
              <a:t>Student: __________ | Roll No.: 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Demonstrate an end-to-end ML workflow using public datasets</a:t>
            </a:r>
          </a:p>
          <a:p>
            <a:pPr>
              <a:defRPr sz="2200"/>
            </a:pPr>
            <a:r>
              <a:t>Bring three independent classification examples into one interface</a:t>
            </a:r>
          </a:p>
          <a:p>
            <a:pPr>
              <a:defRPr sz="2200"/>
            </a:pPr>
            <a:r>
              <a:t>Educational prototype only — not a medical diagnostic tool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Train separate models for diabetes, heart disease and Parkinson's datasets</a:t>
            </a:r>
          </a:p>
          <a:p>
            <a:pPr>
              <a:defRPr sz="2200"/>
            </a:pPr>
            <a:r>
              <a:t>Perform preprocessing and held-out evaluation</a:t>
            </a:r>
          </a:p>
          <a:p>
            <a:pPr>
              <a:defRPr sz="2200"/>
            </a:pPr>
            <a:r>
              <a:t>Build a simple interactive Streamlit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Python, Pandas, NumPy</a:t>
            </a:r>
          </a:p>
          <a:p>
            <a:pPr>
              <a:defRPr sz="2200"/>
            </a:pPr>
            <a:r>
              <a:t>scikit-learn pipelines and Random Forest</a:t>
            </a:r>
          </a:p>
          <a:p>
            <a:pPr>
              <a:defRPr sz="2200"/>
            </a:pPr>
            <a:r>
              <a:t>Streamlit user interface</a:t>
            </a:r>
          </a:p>
          <a:p>
            <a:pPr>
              <a:defRPr sz="2200"/>
            </a:pPr>
            <a:r>
              <a:t>Joblib model persistence; JSON evaluation reports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Diabetes: Pima-style CSV with Outcome target</a:t>
            </a:r>
          </a:p>
          <a:p>
            <a:pPr>
              <a:defRPr sz="2200"/>
            </a:pPr>
            <a:r>
              <a:t>Heart disease: processed Cleveland-style CSV</a:t>
            </a:r>
          </a:p>
          <a:p>
            <a:pPr>
              <a:defRPr sz="2200"/>
            </a:pPr>
            <a:r>
              <a:t>Parkinson's: UCI voice measurements with status target</a:t>
            </a:r>
          </a:p>
          <a:p>
            <a:pPr>
              <a:defRPr sz="2200"/>
            </a:pPr>
            <a:r>
              <a:t>Dataset column names must be checked before training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CSV datasets → preprocessing → train/test split</a:t>
            </a:r>
          </a:p>
          <a:p>
            <a:pPr>
              <a:defRPr sz="2200"/>
            </a:pPr>
            <a:r>
              <a:t>Model pipeline → evaluation metrics → saved model bundle</a:t>
            </a:r>
          </a:p>
          <a:p>
            <a:pPr>
              <a:defRPr sz="2200"/>
            </a:pPr>
            <a:r>
              <a:t>Streamlit inputs → prediction class → disclaimer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Median imputation for missing feature values</a:t>
            </a:r>
          </a:p>
          <a:p>
            <a:pPr>
              <a:defRPr sz="2200"/>
            </a:pPr>
            <a:r>
              <a:t>Standard scaling in the pipeline</a:t>
            </a:r>
          </a:p>
          <a:p>
            <a:pPr>
              <a:defRPr sz="2200"/>
            </a:pPr>
            <a:r>
              <a:t>Random Forest classifier with class balancing</a:t>
            </a:r>
          </a:p>
          <a:p>
            <a:pPr>
              <a:defRPr sz="2200"/>
            </a:pPr>
            <a:r>
              <a:t>Metrics: accuracy, precision, recall, F1 and confusion matrix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Select one of the three modules</a:t>
            </a:r>
          </a:p>
          <a:p>
            <a:pPr>
              <a:defRPr sz="2200"/>
            </a:pPr>
            <a:r>
              <a:t>Enter numeric values aligned with that dataset</a:t>
            </a:r>
          </a:p>
          <a:p>
            <a:pPr>
              <a:defRPr sz="2200"/>
            </a:pPr>
            <a:r>
              <a:t>Review predicted dataset class and model metrics</a:t>
            </a:r>
          </a:p>
          <a:p>
            <a:pPr>
              <a:defRPr sz="2200"/>
            </a:pPr>
            <a:r>
              <a:t>Do not interpret outputs as personal diagnosis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and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Run python train_models.py to calculate metrics</a:t>
            </a:r>
          </a:p>
          <a:p>
            <a:pPr>
              <a:defRPr sz="2200"/>
            </a:pPr>
            <a:r>
              <a:t>Use generated reports/*.json for actual values</a:t>
            </a:r>
          </a:p>
          <a:p>
            <a:pPr>
              <a:defRPr sz="2200"/>
            </a:pPr>
            <a:r>
              <a:t>Do not invent metrics; small datasets have uncertainty</a:t>
            </a:r>
          </a:p>
          <a:p>
            <a:pPr>
              <a:defRPr sz="2200"/>
            </a:pPr>
            <a:r>
              <a:t>Parkinson's data needs subject-wise validation for rigorous evaluation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Historical public datasets may not represent all populations</a:t>
            </a:r>
          </a:p>
          <a:p>
            <a:pPr>
              <a:defRPr sz="2200"/>
            </a:pPr>
            <a:r>
              <a:t>A high test score does not prove clinical usefulness</a:t>
            </a:r>
          </a:p>
          <a:p>
            <a:pPr>
              <a:defRPr sz="2200"/>
            </a:pPr>
            <a:r>
              <a:t>Protect privacy; do not enter identifiable patient data</a:t>
            </a:r>
          </a:p>
          <a:p>
            <a:pPr>
              <a:defRPr sz="2200"/>
            </a:pPr>
            <a:r>
              <a:t>Clinical use requires rigorous external validation and expert oversight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Shows data preparation, model training, evaluation and UI integration</a:t>
            </a:r>
          </a:p>
          <a:p>
            <a:pPr>
              <a:defRPr sz="2200"/>
            </a:pPr>
            <a:r>
              <a:t>Future: grouped validation, model comparison, testing and accessibility improvements</a:t>
            </a:r>
          </a:p>
          <a:p>
            <a:pPr>
              <a:defRPr sz="2200"/>
            </a:pPr>
            <a:r>
              <a:t>Project is for academic demonstration only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UCI Heart Disease: archive.ics.uci.edu/dataset/45/heart+disease</a:t>
            </a:r>
          </a:p>
          <a:p>
            <a:pPr>
              <a:defRPr sz="2200"/>
            </a:pPr>
            <a:r>
              <a:t>UCI Parkinsons: archive.ics.uci.edu/dataset/174/parkinsons</a:t>
            </a:r>
          </a:p>
          <a:p>
            <a:pPr>
              <a:defRPr sz="2200"/>
            </a:pPr>
            <a:r>
              <a:t>Streamlit: docs.streamlit.io/get-started</a:t>
            </a:r>
          </a:p>
          <a:p>
            <a:pPr>
              <a:defRPr sz="2200"/>
            </a:pPr>
            <a:r>
              <a:t>Scikit-learn: scikit-learn.org/stable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